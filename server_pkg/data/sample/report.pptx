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Alan Phillips | SSN: 584-58-7325 | Email: tholt@example.net | Phone: 879-867-3492 | Card: 9115160630689229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Kara Schmidt | SSN: 439-22-8213 | Email: jbarajas@example.com | Phone: 302-738-8486 | Card: 1251-3361-7717-3529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Jesse Parker | SSN: 580-43-6546 | Email: davidlee@example.org | Phone: 838-909-7512 | Card: 2315 6383 9742 7226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Tiffany Vaughn | SSN: 741-72-9864 | Email: javierwashington@example.net | Phone: 236-832-2121 | Card: 4846 5708 4727 2480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Paige Carlson | SSN: 200-91-2646 | Email: wallkenneth@example.com | Phone: 654-370-5906 | Card: 1474 1753 6314 1919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Adrian Ferguson | SSN: 467-57-8056 | Email: brandon08@example.com | Phone: 349-450-9702 | Card: 7751-3950-3785-3868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Beth Oneill | SSN: 724-58-4945 | Email: agarcia@example.net | Phone: 709-797-3344 | Card: 4804 8555 5161 8529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Peterson | SSN: 782-11-8622 | Email: kingmichelle@example.org | Phone: 494-893-9955 | Card: 3588221082376661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Jennifer Jones | SSN: 406-91-7951 | Email: hernandezlisa@example.com | Phone: 906-456-8484 | Card: 5949-4263-7302-8916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David Grant | SSN: 342-58-6881 | Email: yobrien@example.net | Phone: 788-502-5837 | Card: 1359748454971132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